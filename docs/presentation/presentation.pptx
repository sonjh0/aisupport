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a6fa920604a4dfa" /><Relationship Type="http://schemas.openxmlformats.org/officeDocument/2006/relationships/extended-properties" Target="/docProps/app.xml" Id="R65c903bb52e74b8e" /><Relationship Type="http://schemas.openxmlformats.org/officeDocument/2006/relationships/officeDocument" Target="/ppt/presentation.xml" Id="R1abd1e8e799141b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045f5373f184d15"/>
  </p:sldMasterIdLst>
  <p:notesMasterIdLst>
    <p:notesMasterId xmlns:r="http://schemas.openxmlformats.org/officeDocument/2006/relationships" r:id="Ra58a87526853478a"/>
  </p:notesMasterIdLst>
  <p:sldIdLst>
    <p:sldId xmlns:r="http://schemas.openxmlformats.org/officeDocument/2006/relationships" id="256" r:id="Re89b53c03b664748"/>
    <p:sldId xmlns:r="http://schemas.openxmlformats.org/officeDocument/2006/relationships" id="257" r:id="Re2136ef7367b47ad"/>
    <p:sldId xmlns:r="http://schemas.openxmlformats.org/officeDocument/2006/relationships" id="258" r:id="Rad409e6d288443e3"/>
    <p:sldId xmlns:r="http://schemas.openxmlformats.org/officeDocument/2006/relationships" id="259" r:id="R9e21099f526d4c2e"/>
    <p:sldId xmlns:r="http://schemas.openxmlformats.org/officeDocument/2006/relationships" id="260" r:id="R4101a32b0c28406d"/>
    <p:sldId xmlns:r="http://schemas.openxmlformats.org/officeDocument/2006/relationships" id="261" r:id="Rb5a8b14635484f61"/>
    <p:sldId xmlns:r="http://schemas.openxmlformats.org/officeDocument/2006/relationships" id="262" r:id="Rff0daa595e9145b7"/>
    <p:sldId xmlns:r="http://schemas.openxmlformats.org/officeDocument/2006/relationships" id="263" r:id="R543570dc08074003"/>
    <p:sldId xmlns:r="http://schemas.openxmlformats.org/officeDocument/2006/relationships" id="264" r:id="Reae3fd6ee0f74285"/>
    <p:sldId xmlns:r="http://schemas.openxmlformats.org/officeDocument/2006/relationships" id="265" r:id="Rdb61409a960545b6"/>
    <p:sldId xmlns:r="http://schemas.openxmlformats.org/officeDocument/2006/relationships" id="266" r:id="R1a70af13fae3484b"/>
    <p:sldId xmlns:r="http://schemas.openxmlformats.org/officeDocument/2006/relationships" id="267" r:id="Rc1fe51597feb4584"/>
    <p:sldId xmlns:r="http://schemas.openxmlformats.org/officeDocument/2006/relationships" id="268" r:id="R0fe67e8af96c481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2165161647f44cc" /><Relationship Type="http://schemas.openxmlformats.org/officeDocument/2006/relationships/slideMaster" Target="/ppt/slideMasters/slideMaster1.xml" Id="R9045f5373f184d15" /><Relationship Type="http://schemas.openxmlformats.org/officeDocument/2006/relationships/notesMaster" Target="/ppt/notesMasters/notesMaster1.xml" Id="Ra58a87526853478a" /><Relationship Type="http://schemas.openxmlformats.org/officeDocument/2006/relationships/presProps" Target="/ppt/presProps.xml" Id="R7721f135b1c34e0e" /><Relationship Type="http://schemas.openxmlformats.org/officeDocument/2006/relationships/tableStyles" Target="/ppt/tableStyles.xml" Id="R84335519795b4ff3" /><Relationship Type="http://schemas.openxmlformats.org/officeDocument/2006/relationships/slide" Target="/ppt/slides/slide1.xml" Id="Re89b53c03b664748" /><Relationship Type="http://schemas.openxmlformats.org/officeDocument/2006/relationships/slide" Target="/ppt/slides/slide2.xml" Id="Re2136ef7367b47ad" /><Relationship Type="http://schemas.openxmlformats.org/officeDocument/2006/relationships/slide" Target="/ppt/slides/slide3.xml" Id="Rad409e6d288443e3" /><Relationship Type="http://schemas.openxmlformats.org/officeDocument/2006/relationships/slide" Target="/ppt/slides/slide4.xml" Id="R9e21099f526d4c2e" /><Relationship Type="http://schemas.openxmlformats.org/officeDocument/2006/relationships/slide" Target="/ppt/slides/slide5.xml" Id="R4101a32b0c28406d" /><Relationship Type="http://schemas.openxmlformats.org/officeDocument/2006/relationships/slide" Target="/ppt/slides/slide6.xml" Id="Rb5a8b14635484f61" /><Relationship Type="http://schemas.openxmlformats.org/officeDocument/2006/relationships/slide" Target="/ppt/slides/slide7.xml" Id="Rff0daa595e9145b7" /><Relationship Type="http://schemas.openxmlformats.org/officeDocument/2006/relationships/slide" Target="/ppt/slides/slide8.xml" Id="R543570dc08074003" /><Relationship Type="http://schemas.openxmlformats.org/officeDocument/2006/relationships/slide" Target="/ppt/slides/slide9.xml" Id="Reae3fd6ee0f74285" /><Relationship Type="http://schemas.openxmlformats.org/officeDocument/2006/relationships/slide" Target="/ppt/slides/slide10.xml" Id="Rdb61409a960545b6" /><Relationship Type="http://schemas.openxmlformats.org/officeDocument/2006/relationships/slide" Target="/ppt/slides/slide11.xml" Id="R1a70af13fae3484b" /><Relationship Type="http://schemas.openxmlformats.org/officeDocument/2006/relationships/slide" Target="/ppt/slides/slide12.xml" Id="Rc1fe51597feb4584" /><Relationship Type="http://schemas.openxmlformats.org/officeDocument/2006/relationships/slide" Target="/ppt/slides/slide13.xml" Id="R0fe67e8af96c481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8c8f770e3d2435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53f56701f8a48ab" /><Relationship Type="http://schemas.openxmlformats.org/officeDocument/2006/relationships/notesMaster" Target="/ppt/notesMasters/notesMaster1.xml" Id="Re10b288098234fb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6673841bf984699" /><Relationship Type="http://schemas.openxmlformats.org/officeDocument/2006/relationships/notesMaster" Target="/ppt/notesMasters/notesMaster1.xml" Id="R12c792d97215414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c4080d52bf2424d" /><Relationship Type="http://schemas.openxmlformats.org/officeDocument/2006/relationships/notesMaster" Target="/ppt/notesMasters/notesMaster1.xml" Id="R75bad3e5d84545e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2eb33d43f1e4fa4" /><Relationship Type="http://schemas.openxmlformats.org/officeDocument/2006/relationships/notesMaster" Target="/ppt/notesMasters/notesMaster1.xml" Id="R51fcef2f984f4dc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7b1539680644b41" /><Relationship Type="http://schemas.openxmlformats.org/officeDocument/2006/relationships/notesMaster" Target="/ppt/notesMasters/notesMaster1.xml" Id="R37cddff8fe154a8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8c8e7b65c614dee" /><Relationship Type="http://schemas.openxmlformats.org/officeDocument/2006/relationships/notesMaster" Target="/ppt/notesMasters/notesMaster1.xml" Id="R290eb2fa139b477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9211be40efc48b4" /><Relationship Type="http://schemas.openxmlformats.org/officeDocument/2006/relationships/notesMaster" Target="/ppt/notesMasters/notesMaster1.xml" Id="R793da8646c4c49f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282a0a33f004551" /><Relationship Type="http://schemas.openxmlformats.org/officeDocument/2006/relationships/notesMaster" Target="/ppt/notesMasters/notesMaster1.xml" Id="R3ede9c5550a2481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21d154c4949421b" /><Relationship Type="http://schemas.openxmlformats.org/officeDocument/2006/relationships/notesMaster" Target="/ppt/notesMasters/notesMaster1.xml" Id="R1e12a51af581411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094e36d4c8f4aa4" /><Relationship Type="http://schemas.openxmlformats.org/officeDocument/2006/relationships/notesMaster" Target="/ppt/notesMasters/notesMaster1.xml" Id="Rb423e0900c8a4fc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bfc04309819456a" /><Relationship Type="http://schemas.openxmlformats.org/officeDocument/2006/relationships/notesMaster" Target="/ppt/notesMasters/notesMaster1.xml" Id="R189913a60e474f4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4d392156b4e435d" /><Relationship Type="http://schemas.openxmlformats.org/officeDocument/2006/relationships/notesMaster" Target="/ppt/notesMasters/notesMaster1.xml" Id="R24fac6d0772c463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024997fddc548c1" /><Relationship Type="http://schemas.openxmlformats.org/officeDocument/2006/relationships/notesMaster" Target="/ppt/notesMasters/notesMaster1.xml" Id="R302a45cced91424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서비스: https://ai-job-assistant-xewt.onrender.com</a:t>
            </a:r>
          </a:p>
          <a:p xmlns:a="http://schemas.openxmlformats.org/drawingml/2006/main">
            <a:r>
              <a:t>저장소: https://github.com/SonJH0/aisupport</a:t>
            </a:r>
          </a:p>
          <a:p xmlns:a="http://schemas.openxmlformats.org/drawingml/2006/main">
            <a:r>
              <a:t>현재 구현·관찰·피드백에 근거한 제출 발표 자료. 최종 평가 통과를 확정한 자료는 아니다.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https://github.com/SonJH0/aisupport/blob/main/docs/프로젝트-기획서.md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https://github.com/SonJH0/aisupport/blob/main/docs/요구사항-정의서.md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https://github.com/SonJH0/aisupport/blob/main/backend/main.py</a:t>
            </a:r>
          </a:p>
          <a:p xmlns:a="http://schemas.openxmlformats.org/drawingml/2006/main">
            <a:r>
              <a:t>출처: https://github.com/SonJH0/aisupport/blob/main/docs/요구사항-정의서.md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https://github.com/SonJH0/aisupport/blob/main/ai/agent.py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https://github.com/SonJH0/aisupport/blob/main/ai/retrieval.py</a:t>
            </a:r>
          </a:p>
          <a:p xmlns:a="http://schemas.openxmlformats.org/drawingml/2006/main">
            <a:r>
              <a:t>출처: https://github.com/SonJH0/aisupport/blob/main/data/knowledge.json</a:t>
            </a:r>
          </a:p>
          <a:p xmlns:a="http://schemas.openxmlformats.org/drawingml/2006/main">
            <a:r>
              <a:t>출처: https://github.com/SonJH0/aisupport/blob/main/ai/agent.py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https://github.com/SonJH0/aisupport/blob/main/docs/verification/search-filter-change.md</a:t>
            </a:r>
          </a:p>
          <a:p xmlns:a="http://schemas.openxmlformats.org/drawingml/2006/main">
            <a:r>
              <a:t>출처: https://github.com/SonJH0/aisupport/blob/main/docs/verification/incruit-filter-fix.md</a:t>
            </a:r>
          </a:p>
          <a:p xmlns:a="http://schemas.openxmlformats.org/drawingml/2006/main">
            <a:r>
              <a:t>출처: https://github.com/SonJH0/aisupport/commit/e101485</a:t>
            </a:r>
          </a:p>
          <a:p xmlns:a="http://schemas.openxmlformats.org/drawingml/2006/main">
            <a:r>
              <a:t>최신 원문·판정: https://github.com/SonJH0/aisupport/blob/main/docs/verification/latest-text-revalidation.md</a:t>
            </a:r>
          </a:p>
          <a:p xmlns:a="http://schemas.openxmlformats.org/drawingml/2006/main">
            <a:r>
              <a:t>수집 스크립트는 실행 중 배포 SHA를 독립 관찰하지 않았다. 최신 비교 3/3, 상담 1건·검색 2건의 선택 시험. 전체 기능 새 3회 시험으로 합산하지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https://github.com/SonJH0/aisupport/blob/main/docs/verification/deployment-validation.md</a:t>
            </a:r>
          </a:p>
          <a:p xmlns:a="http://schemas.openxmlformats.org/drawingml/2006/main">
            <a:r>
              <a:t>출처: https://github.com/SonJH0/aisupport/blob/main/docs/verification/incruit-filter-tests.xml</a:t>
            </a:r>
          </a:p>
          <a:p xmlns:a="http://schemas.openxmlformats.org/drawingml/2006/main">
            <a:r>
              <a:t>출처: https://github.com/SonJH0/aisupport/blob/main/docs/image-validation/image-validation.md</a:t>
            </a:r>
          </a:p>
          <a:p xmlns:a="http://schemas.openxmlformats.org/drawingml/2006/main">
            <a:r>
              <a:t>최신 원문·판정: https://github.com/SonJH0/aisupport/blob/main/docs/verification/latest-text-revalidation.md</a:t>
            </a:r>
          </a:p>
          <a:p xmlns:a="http://schemas.openxmlformats.org/drawingml/2006/main">
            <a:r>
              <a:t>수집 스크립트는 실행 중 배포 SHA를 독립 관찰하지 않았다. 최신 비교 3/3, 상담 1건·검색 2건의 선택 시험. 전체 기능 새 3회 시험으로 합산하지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https://github.com/SonJH0/aisupport/blob/main/ai/vision.py</a:t>
            </a:r>
          </a:p>
          <a:p xmlns:a="http://schemas.openxmlformats.org/drawingml/2006/main">
            <a:r>
              <a:t>출처: https://github.com/SonJH0/aisupport/blob/main/docs/image-validation/image-validation.md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https://github.com/SonJH0/aisupport/blob/main/docs/사용자-피드백-기록.md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https://github.com/SonJH0/aisupport/blob/main/docs/사용자-피드백-기록.md</a:t>
            </a:r>
          </a:p>
          <a:p xmlns:a="http://schemas.openxmlformats.org/drawingml/2006/main">
            <a:r>
              <a:t>최신 원문·판정: https://github.com/SonJH0/aisupport/blob/main/docs/verification/latest-text-revalidation.md</a:t>
            </a:r>
          </a:p>
          <a:p xmlns:a="http://schemas.openxmlformats.org/drawingml/2006/main">
            <a:r>
              <a:t>수집 스크립트는 실행 중 배포 SHA를 독립 관찰하지 않았다. 최신 비교 3/3, 상담 1건·검색 2건의 선택 시험. 전체 기능 새 3회 시험으로 합산하지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https://github.com/SonJH0/aisupport/blob/main/docs/팀원별-기여.md</a:t>
            </a:r>
          </a:p>
          <a:p xmlns:a="http://schemas.openxmlformats.org/drawingml/2006/main">
            <a:r>
              <a:t>출처: https://github.com/SonJH0/aisupport/blob/main/frontend/index.html</a:t>
            </a:r>
          </a:p>
          <a:p xmlns:a="http://schemas.openxmlformats.org/drawingml/2006/main">
            <a:r>
              <a:t>출처: https://github.com/SonJH0/aisupport/blob/main/backend/main.py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출처: https://github.com/SonJH0/aisupport/blob/main/docs/진행-및-제출현황.md</a:t>
            </a:r>
          </a:p>
          <a:p xmlns:a="http://schemas.openxmlformats.org/drawingml/2006/main">
            <a:r>
              <a:t>출처: https://github.com/SonJH0/aisupport/blob/main/docs/요구사항-정의서.md</a:t>
            </a:r>
          </a:p>
          <a:p xmlns:a="http://schemas.openxmlformats.org/drawingml/2006/main">
            <a:r>
              <a:t>최신 원문·판정: https://github.com/SonJH0/aisupport/blob/main/docs/verification/latest-text-revalidation.md</a:t>
            </a:r>
          </a:p>
          <a:p xmlns:a="http://schemas.openxmlformats.org/drawingml/2006/main">
            <a:r>
              <a:t>수집 스크립트는 실행 중 배포 SHA를 독립 관찰하지 않았다. 최신 비교 3/3, 상담 1건·검색 2건의 선택 시험. 전체 기능 새 3회 시험으로 합산하지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7f677f324b47f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6cf21b5b174bf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96ef1d0843419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94fb0c64b7487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a1dce485c043d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fc15b122e543a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B6434E8-A64E-4CC2-AB46-F733DD0B905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4EA5D19-3E2F-4746-83EE-D8751085D81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0612446-2209-4380-A0C1-2AF0793487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4BC0B10-ADF6-46B2-9B4D-DB05925BD8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2309B1B-DB08-4343-9D16-85FA25B869E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0A49449-DC4A-46E9-BC14-17B11F77410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8935732-B972-4DF0-B52F-884947316C6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E48D588-27D6-40DB-B9DE-92F34641EF4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3257649-819E-4DD3-A693-0899CA5B65A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B5194EB-93DD-4457-9E4A-B77BA71B2B5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081eabe46ec4430" /><Relationship Type="http://schemas.openxmlformats.org/officeDocument/2006/relationships/slideLayout" Target="/ppt/slideLayouts/slideLayout1.xml" Id="R6affb155d87b4819" /><Relationship Type="http://schemas.openxmlformats.org/officeDocument/2006/relationships/slideLayout" Target="/ppt/slideLayouts/slideLayout2.xml" Id="R5fb6e2c6e91548a9" /><Relationship Type="http://schemas.openxmlformats.org/officeDocument/2006/relationships/slideLayout" Target="/ppt/slideLayouts/slideLayout3.xml" Id="Rd72d9e2c1a954df4" /><Relationship Type="http://schemas.openxmlformats.org/officeDocument/2006/relationships/slideLayout" Target="/ppt/slideLayouts/slideLayout4.xml" Id="Re8c6646021124c21" /><Relationship Type="http://schemas.openxmlformats.org/officeDocument/2006/relationships/slideLayout" Target="/ppt/slideLayouts/slideLayout5.xml" Id="R2546bd52a8444b8d" /><Relationship Type="http://schemas.openxmlformats.org/officeDocument/2006/relationships/slideLayout" Target="/ppt/slideLayouts/slideLayout6.xml" Id="R990ad2c2d6dd4b5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affb155d87b4819"/>
    <p:sldLayoutId xmlns:r="http://schemas.openxmlformats.org/officeDocument/2006/relationships" id="2147483650" r:id="R5fb6e2c6e91548a9"/>
    <p:sldLayoutId xmlns:r="http://schemas.openxmlformats.org/officeDocument/2006/relationships" id="2147483651" r:id="Rd72d9e2c1a954df4"/>
    <p:sldLayoutId xmlns:r="http://schemas.openxmlformats.org/officeDocument/2006/relationships" id="2147483652" r:id="Re8c6646021124c21"/>
    <p:sldLayoutId xmlns:r="http://schemas.openxmlformats.org/officeDocument/2006/relationships" id="2147483653" r:id="R2546bd52a8444b8d"/>
    <p:sldLayoutId xmlns:r="http://schemas.openxmlformats.org/officeDocument/2006/relationships" id="2147483654" r:id="R990ad2c2d6dd4b5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6a94715175944b7" /><Relationship Type="http://schemas.openxmlformats.org/officeDocument/2006/relationships/notesSlide" Target="/ppt/notesSlides/notesSlide1.xml" Id="R25d8625c927c434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55e08ef07e4539" /><Relationship Type="http://schemas.openxmlformats.org/officeDocument/2006/relationships/notesSlide" Target="/ppt/notesSlides/notesSlide2.xml" Id="R04e418fc84d34b4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52a53d7c8644cbc" /><Relationship Type="http://schemas.openxmlformats.org/officeDocument/2006/relationships/notesSlide" Target="/ppt/notesSlides/notesSlide3.xml" Id="Rab4bff6ef261472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1de41ced9b3435d" /><Relationship Type="http://schemas.openxmlformats.org/officeDocument/2006/relationships/notesSlide" Target="/ppt/notesSlides/notesSlide4.xml" Id="R11fe31d2f491400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42015171d2749ca" /><Relationship Type="http://schemas.openxmlformats.org/officeDocument/2006/relationships/notesSlide" Target="/ppt/notesSlides/notesSlide5.xml" Id="R07cc06066ad34fb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117ad052ff4da1" /><Relationship Type="http://schemas.openxmlformats.org/officeDocument/2006/relationships/notesSlide" Target="/ppt/notesSlides/notesSlide6.xml" Id="R19f23b8d7c09401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d1ee0ea7d6440b7" /><Relationship Type="http://schemas.openxmlformats.org/officeDocument/2006/relationships/notesSlide" Target="/ppt/notesSlides/notesSlide7.xml" Id="Rcbc58acf0aa3472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6d4037cf3a04b9c" /><Relationship Type="http://schemas.openxmlformats.org/officeDocument/2006/relationships/notesSlide" Target="/ppt/notesSlides/notesSlide8.xml" Id="R58ad9c46bf264bd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cbc55da80944044" /><Relationship Type="http://schemas.openxmlformats.org/officeDocument/2006/relationships/image" Target="/ppt/media/image.png" Id="Rd92ba9575d014b2c" /><Relationship Type="http://schemas.openxmlformats.org/officeDocument/2006/relationships/notesSlide" Target="/ppt/notesSlides/notesSlide9.xml" Id="R0359609a5c9a484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84a6343c48b4482" /><Relationship Type="http://schemas.openxmlformats.org/officeDocument/2006/relationships/notesSlide" Target="/ppt/notesSlides/notesSlide10.xml" Id="R780c39f8313a420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a14e7f858e42fc" /><Relationship Type="http://schemas.openxmlformats.org/officeDocument/2006/relationships/notesSlide" Target="/ppt/notesSlides/notesSlide11.xml" Id="Rd70fc67c4d2e476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aa0e68afe194291" /><Relationship Type="http://schemas.openxmlformats.org/officeDocument/2006/relationships/notesSlide" Target="/ppt/notesSlides/notesSlide12.xml" Id="Ra0319f533a8641a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d8fc4f81374fdc" /><Relationship Type="http://schemas.openxmlformats.org/officeDocument/2006/relationships/notesSlide" Target="/ppt/notesSlides/notesSlide13.xml" Id="R77ed03ac4f7a466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2B4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0">
            <a:extLst xmlns:a="http://schemas.openxmlformats.org/drawingml/2006/main">
              <a:ext uri="{FF2B5EF4-FFF2-40B4-BE49-F238E27FC236}">
                <a16:creationId xmlns:a16="http://schemas.microsoft.com/office/drawing/2014/main" id="{97A52E15-4BE9-4706-8271-6323FD4A4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D0E8062D-0077-44F3-8375-D28666223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B9C9E7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68CF6056-11A1-4310-8285-94FAEBCC1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13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13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13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13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13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13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13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13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13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rPr>
              <a:t>01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FD2E7674-603F-4806-837F-9FB90593C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6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6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6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6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6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6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6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6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6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6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6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6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D42CC117-0866-4F2D-AB70-E87482FC6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86075"/>
            <a:ext cx="10382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550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550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550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550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550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550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550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550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550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550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550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pPr>
            <a:r>
              <a:rPr sz="2550" b="0">
                <a:solidFill>
                  <a:srgbClr val="DCE7FF"/>
                </a:solidFill>
                <a:latin typeface="Noto Sans KR"/>
                <a:ea typeface="Noto Sans KR"/>
                <a:cs typeface="Noto Sans KR"/>
              </a:rPr>
              <a:t>공고와 경험을 근거로 정리하는 취업 준비 도우미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F5A50702-0E20-46F4-B77E-F95592C52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952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손재형 · 손재윤 · 황준식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98B8BF83-7E73-433B-891C-7D10E163A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B9C9E7"/>
                </a:solidFill>
                <a:latin typeface="Noto Sans KR"/>
                <a:ea typeface="Noto Sans KR"/>
                <a:cs typeface="Noto Sans KR"/>
              </a:rPr>
              <a:t>코디세이 AI Native Final Project  /  2026.10.29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395A8CEE-0A1B-47C3-A63A-78AB20A9B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86450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75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75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75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75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75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75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75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75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75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DCE7FF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DCE7FF"/>
                </a:solidFill>
                <a:latin typeface="Noto Sans KR"/>
                <a:ea typeface="Noto Sans KR"/>
                <a:cs typeface="Noto Sans KR"/>
              </a:rPr>
              <a:t>ai-job-assistant-xewt.onrender.com</a:t>
            </a:r>
          </a:p>
        </p:txBody>
      </p:sp>
    </p:spTree>
    <p:extLst>
      <p:ext uri="{BB962C8B-B14F-4D97-AF65-F5344CB8AC3E}">
        <p14:creationId xmlns:p14="http://schemas.microsoft.com/office/powerpoint/2010/main" val="17867478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0">
            <a:extLst xmlns:a="http://schemas.openxmlformats.org/drawingml/2006/main">
              <a:ext uri="{FF2B5EF4-FFF2-40B4-BE49-F238E27FC236}">
                <a16:creationId xmlns:a16="http://schemas.microsoft.com/office/drawing/2014/main" id="{6B240631-D0F7-407D-B326-4BC7DDBCD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문제와 대상 사용자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122AAC70-3B9C-4855-B5C2-76DB09D6F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취업 준비 과정에서 자료 탐색과 경험 정리를 돕고자 했습니다.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A27AC2EF-0951-4079-94C6-9039165C5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63C06EF9-B08B-4DC9-BCD6-20A469051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1BEFE34B-2010-4662-9758-221401654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09800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대상 사용자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8E9C5C59-3023-4488-84B6-E47FF81DB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67025"/>
            <a:ext cx="48196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채용공고를 읽고 자신의 경험을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3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정리하려는 구직·이직 준비자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037AA7DB-0F42-4916-AF86-8594E8CE2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0980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해결하려는 불편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C096254E-0238-4AE1-BE01-B4C7FC2E8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67025"/>
            <a:ext cx="50482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관련 학습 자료를 찾기 어려움</a:t>
            </a:r>
          </a:p>
          <a:p xmlns:a="http://schemas.openxmlformats.org/drawingml/2006/main">
            <a:pPr algn="l">
              <a:buNone/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공고 요건과 경험 비교의 부담</a:t>
            </a:r>
          </a:p>
          <a:p xmlns:a="http://schemas.openxmlformats.org/drawingml/2006/main">
            <a:pPr algn="l">
              <a:buNone/>
              <a:def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1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미기재 경험을 단정하는 AI 답변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998FB4AE-B0B6-47A8-A294-D66207F2C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48350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문제 가설을 바탕으로 구현했습니다. 시간 절감·취업 성과를 수치로 측정하지는 않았습니다.</a:t>
            </a:r>
          </a:p>
        </p:txBody>
      </p:sp>
    </p:spTree>
    <p:extLst>
      <p:ext uri="{BB962C8B-B14F-4D97-AF65-F5344CB8AC3E}">
        <p14:creationId xmlns:p14="http://schemas.microsoft.com/office/powerpoint/2010/main" val="194635250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834689A4-E482-42B8-8861-76D459CA6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서비스의 네 가지 기능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1F89F31E-C97C-4A86-A190-AADB338C3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로그인 없이 질문·경험·공고 또는 이미지를 입력합니다.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86ED8FCA-3ACA-470F-AFC0-3E3B770D6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690B09A0-C510-4A25-ADDC-571FEC14F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AD35BE-F467-4E53-B900-95142217EF41}"/>
              </a:ext>
            </a:extLst>
          </p:cNvPr>
          <p:cNvGraphicFramePr/>
          <p:nvPr/>
        </p:nvGraphicFramePr>
        <p:xfrm>
          <a:off xmlns:a="http://schemas.openxmlformats.org/drawingml/2006/main" x="647700" y="2076450"/>
          <a:ext xmlns:a="http://schemas.openxmlformats.org/drawingml/2006/main" cx="108966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3333750"/>
                <a:gridCol w="5562600"/>
              </a:tblGrid>
              <a:tr h="66675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기능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제공 결과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</a:tr>
              <a:tr h="66675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 상담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취업·학습 질문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자료 검색과 출처를 활용한 안내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66675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공고 후보 검색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직무·기술·신입 조건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검색 링크와 조건 확인 상태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적합도 비교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채용공고 본문과 내 경험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일치·차이·정보 부족 및 보완점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66675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이미지 분석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공고 이미지와 질문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이미지 판독과 미제공 정보 구분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14166687-87B3-497C-AF41-C69B0CA36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48350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답변은 참고용입니다. 공고 원문·모집 상태와 실제 지원 요건은 별도로 확인해야 합니다.</a:t>
            </a:r>
          </a:p>
        </p:txBody>
      </p:sp>
    </p:spTree>
    <p:extLst>
      <p:ext uri="{BB962C8B-B14F-4D97-AF65-F5344CB8AC3E}">
        <p14:creationId xmlns:p14="http://schemas.microsoft.com/office/powerpoint/2010/main" val="58887999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0EAEDDFE-A36F-4B53-A95F-3516C87F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시스템 구성과 기술 선택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A40C3E17-41CA-4B47-9D78-F3EEA664B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Render의 FastAPI 서버가 화면과 API를 함께 제공합니다.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E4803F52-FB57-4189-A93A-78015D5EF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53143825-D90E-4571-81BA-17A1CC618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04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CA4CCD-E02C-42F3-8FB4-871BCA97A708}"/>
              </a:ext>
            </a:extLst>
          </p:cNvPr>
          <p:cNvGraphicFramePr/>
          <p:nvPr/>
        </p:nvGraphicFramePr>
        <p:xfrm>
          <a:off xmlns:a="http://schemas.openxmlformats.org/drawingml/2006/main" x="647700" y="2000250"/>
          <a:ext xmlns:a="http://schemas.openxmlformats.org/drawingml/2006/main" cx="10896600" cy="3571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19250"/>
                <a:gridCol w="4476750"/>
                <a:gridCol w="4800600"/>
              </a:tblGrid>
              <a:tr h="714375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구성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기술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선택 이유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</a:tr>
              <a:tr h="714375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화면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HTML · CSS · JavaScript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별도 빌드 없이 질문·첨부·결과 화면 제공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714375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서버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Python · FastAPI · Pydantic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 코드 통합과 입력·동의 검증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텍스트·이미지 AI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코디세이 OpenAI / Claude 호환 API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도구 선택·상담과 이미지 직접 해석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714375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검색·배포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로컬 JSON / Brave Search / Render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문서 근거 검색과 공고 후보 확보·공개 접속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5AEA9BAB-6872-4E18-9373-509A47BBA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48350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브라우저 요청을 검증한 뒤 텍스트 Agent 또는 이미지 모델 경로로 전달합니다.</a:t>
            </a:r>
          </a:p>
        </p:txBody>
      </p:sp>
    </p:spTree>
    <p:extLst>
      <p:ext uri="{BB962C8B-B14F-4D97-AF65-F5344CB8AC3E}">
        <p14:creationId xmlns:p14="http://schemas.microsoft.com/office/powerpoint/2010/main" val="105583969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966B98B2-CC0B-4B44-A3DF-56F7AE70F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Agent의 도구 선택과 실행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9F780AA3-A365-476A-9785-F0BE5FABC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LLM이 도구와 인자를 선택하고, 서버가 검사 후 실제 함수를 실행합니다.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481617FF-2F65-437B-962F-DFDA04D1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40BF2B92-84EA-49C5-8710-427B951A0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05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737F0D-C781-465D-AABA-CC8E399FAC3A}"/>
              </a:ext>
            </a:extLst>
          </p:cNvPr>
          <p:cNvGraphicFramePr/>
          <p:nvPr/>
        </p:nvGraphicFramePr>
        <p:xfrm>
          <a:off xmlns:a="http://schemas.openxmlformats.org/drawingml/2006/main" x="647700" y="2076450"/>
          <a:ext xmlns:a="http://schemas.openxmlformats.org/drawingml/2006/main" cx="1089660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476750"/>
                <a:gridCol w="6419850"/>
              </a:tblGrid>
              <a:tr h="64770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선택 가능한 도구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역할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</a:tr>
              <a:tr h="64770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search_documents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질문과 관련된 문서 본문 검색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64770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search_live_jobs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인터넷에서 공고 후보 검색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get_job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저장된 공고 ID 상세 조회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64770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compare_requirements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7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사용자가 입력한 공고와 경험 비교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00912D10-26BB-431B-AB4D-9C0D1D559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38800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네이티브 tool_calls를 우선 사용합니다. 미지원 시 JSON 계획을 검증·실행합니다.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JSON 경로는 단일 계획 후 실행이며, 여러 번 재계획했다고 주장하지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27935644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0">
            <a:extLst xmlns:a="http://schemas.openxmlformats.org/drawingml/2006/main">
              <a:ext uri="{FF2B5EF4-FFF2-40B4-BE49-F238E27FC236}">
                <a16:creationId xmlns:a16="http://schemas.microsoft.com/office/drawing/2014/main" id="{3382ACA1-BD08-425B-8786-C4AAE3261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RAG의 질문별 문서 검색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A2296AD6-80E7-4D81-BE2D-68DF3D6A7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외부 공식 문서의 팀 요약과 저장 공고 후보 본문을 검색합니다.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F683CE05-0C4B-4EE4-BC49-53A1C233F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9B2BC1B1-A7CB-4394-934B-C1D302F1E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06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F748455D-A9AA-47B0-9240-09CE8B91E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5740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23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검색 방식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0D5321E4-6013-4ED0-8817-326D5899F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57475"/>
            <a:ext cx="523875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학습 질문마다 TF-IDF·코사인 유사도로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관련 문단을 찾습니다.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검색 본문과 문단 ID를 LLM에 넣고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답변에서 사용한 출처를 표시합니다.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866131-FA99-4641-8FDA-6C191FD1D402}"/>
              </a:ext>
            </a:extLst>
          </p:cNvPr>
          <p:cNvGraphicFramePr/>
          <p:nvPr/>
        </p:nvGraphicFramePr>
        <p:xfrm>
          <a:off xmlns:a="http://schemas.openxmlformats.org/drawingml/2006/main" x="6324600" y="2133600"/>
          <a:ext xmlns:a="http://schemas.openxmlformats.org/drawingml/2006/main" cx="521970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19350"/>
                <a:gridCol w="2800350"/>
              </a:tblGrid>
              <a:tr h="714375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질문 예시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검색 근거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</a:tr>
              <a:tr h="714375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API 요청·입력 검증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FastAPI / backend-1·2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714375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HTML 폼·접근성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MDN / frontend-1·2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표 결합·요약 통계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pandas / data-1·2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128FC3F8-D923-48CF-88D5-D30D05AA5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48350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고정 문구를 항상 붙이는 방식과 구분됩니다. 의미 임베딩은 사용하지 않으며 자료집 규모에 한계가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06758608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C5C9A736-B4EF-4BDA-8328-99B65767C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기술 테스트에서 발견한 문제와 보완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4D585F51-D878-4982-A9DE-FF7D054FB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홈페이지 혼입과 경험 분류를 후속 기술 시험으로 보완했습니다.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54146696-88AC-414E-BD55-FF77ECD0D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30C32B12-7543-4297-84A4-D6907F56B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07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7A6B20-7B74-4758-8718-5C64E01163A5}"/>
              </a:ext>
            </a:extLst>
          </p:cNvPr>
          <p:cNvGraphicFramePr/>
          <p:nvPr/>
        </p:nvGraphicFramePr>
        <p:xfrm>
          <a:off xmlns:a="http://schemas.openxmlformats.org/drawingml/2006/main" x="647700" y="2028825"/>
          <a:ext xmlns:a="http://schemas.openxmlformats.org/drawingml/2006/main" cx="1089660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953000"/>
                <a:gridCol w="5943600"/>
              </a:tblGrid>
              <a:tr h="68580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발견한 문제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보완 내용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</a:tr>
              <a:tr h="68580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홈페이지·검색 목록이 공고에 혼입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루트 홈페이지 제외·개별 공고 유지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68580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경험 유무와 숙련도 혼합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경험 상태와 숙련도 확인 분리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기술·신입 여부가 불명확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요약 기준 조건 일치 / 추가 확인 필요 구분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68580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원치 않는 검색·비교 출처 혼입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검색 의도 확인·비교 초기 검색 생략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BA236FF2-AC70-4B50-8B55-7FFFA92FB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48350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bb1885e 상담 보완 후 4d0295b에서 홈페이지·경험 분류를 보완했습니다. 이전 실패도 보존합니다.</a:t>
            </a:r>
          </a:p>
        </p:txBody>
      </p:sp>
    </p:spTree>
    <p:extLst>
      <p:ext uri="{BB962C8B-B14F-4D97-AF65-F5344CB8AC3E}">
        <p14:creationId xmlns:p14="http://schemas.microsoft.com/office/powerpoint/2010/main" val="13838676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51E59976-2337-4EE9-BEF6-B5637DEDB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기능 검증 결과와 범위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F4FD21A6-553B-4C8E-B55E-9A04A8D46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최신 선택 API 6건과 기존 이미지 시험을 구분해 기록했습니다.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11CB2043-94BE-47E6-BAB3-8FB183FE1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B6C48755-7601-47BF-ADF9-384B1C8C9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08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265B96-1A4D-429A-AB3D-FD5F13A6E9E4}"/>
              </a:ext>
            </a:extLst>
          </p:cNvPr>
          <p:cNvGraphicFramePr/>
          <p:nvPr/>
        </p:nvGraphicFramePr>
        <p:xfrm>
          <a:off xmlns:a="http://schemas.openxmlformats.org/drawingml/2006/main" x="647700" y="2076450"/>
          <a:ext xmlns:a="http://schemas.openxmlformats.org/drawingml/2006/main" cx="108966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95500"/>
                <a:gridCol w="4381500"/>
                <a:gridCol w="4419600"/>
              </a:tblGrid>
              <a:tr h="66675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검증 대상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관찰 범위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기록한 결과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</a:tr>
              <a:tr h="66675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문서 검색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이전 MDN·pandas / 최신 FastAPI 1건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관련 문단·출처·학습 조언 확인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66675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공고 검색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최신 Java·React 검색 2건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개별 후보·링크·홈페이지 미노출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경험 비교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최신 비교 입력 3건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3/3 핵심 기대 결과 충족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666750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이미지 분석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기존 API 3회 / 사용자 화면 3회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각 시험의 핵심 기대 결과 확인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2C63CFB4-0BA1-4821-A3FD-CE8E15ECD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48350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자동 검사 113개. 최신 API 6건의 핵심 기대 결과 확인. 502는 이번에 미재현, 원인은 미확정입니다.</a:t>
            </a:r>
          </a:p>
        </p:txBody>
      </p:sp>
    </p:spTree>
    <p:extLst>
      <p:ext uri="{BB962C8B-B14F-4D97-AF65-F5344CB8AC3E}">
        <p14:creationId xmlns:p14="http://schemas.microsoft.com/office/powerpoint/2010/main" val="12074377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0">
            <a:extLst xmlns:a="http://schemas.openxmlformats.org/drawingml/2006/main">
              <a:ext uri="{FF2B5EF4-FFF2-40B4-BE49-F238E27FC236}">
                <a16:creationId xmlns:a16="http://schemas.microsoft.com/office/drawing/2014/main" id="{7AC73655-841C-4BF7-BA0F-2C7EF16B0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이미지 입력의 실제 판독 사례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AA21C246-1F89-45D2-84CF-53C6490DD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텍스트 질문에 없는 이미지 속 요건을 읽고 경험과 비교했습니다.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3A05B0E7-02AA-46E0-AFA2-DDD90C7E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A6B13F02-26FC-408C-9A5D-E97EB07F7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09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7162B8-8DF8-4949-8039-1ACDD96B78A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2ba9575d014b2c"/>
          <a:stretch xmlns:a="http://schemas.openxmlformats.org/drawingml/2006/main"/>
        </p:blipFill>
        <p:spPr>
          <a:xfrm xmlns:a="http://schemas.openxmlformats.org/drawingml/2006/main">
            <a:off x="621564" y="2057400"/>
            <a:ext cx="5910146" cy="4038600"/>
          </a:xfrm>
          <a:prstGeom xmlns:a="http://schemas.openxmlformats.org/drawingml/2006/main" prst="rect">
            <a:avLst/>
          </a:prstGeom>
        </p:spPr>
      </p:pic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64D0F586-AEF1-43B3-86A3-AF7560DD7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152650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확인한 분류</a:t>
            </a:r>
          </a:p>
        </p:txBody>
      </p:sp>
      <p:sp>
        <p:nvSpPr>
          <p:cNvPr id="7" name="text-5">
            <a:extLst xmlns:a="http://schemas.openxmlformats.org/drawingml/2006/main">
              <a:ext uri="{FF2B5EF4-FFF2-40B4-BE49-F238E27FC236}">
                <a16:creationId xmlns:a16="http://schemas.microsoft.com/office/drawing/2014/main" id="{DF928B4F-5CDE-4217-96BE-B720F7A77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771775"/>
            <a:ext cx="4572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Python 2년 요건 / 경험 1년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명시된 차이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SQL 프로젝트 경험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일치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AWS 경험 미기재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정보 부족</a:t>
            </a:r>
          </a:p>
        </p:txBody>
      </p:sp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75FD6B94-02A4-4CCC-82E9-75A97656A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43625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그 외 미제공 정보와 카페 영수증도 시험했습니다. 이미지 출처 관련성·화면 가독성은 개선점으로 남았습니다.</a:t>
            </a:r>
          </a:p>
        </p:txBody>
      </p:sp>
    </p:spTree>
    <p:extLst>
      <p:ext uri="{BB962C8B-B14F-4D97-AF65-F5344CB8AC3E}">
        <p14:creationId xmlns:p14="http://schemas.microsoft.com/office/powerpoint/2010/main" val="85874802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E8BF218F-EA0D-4A90-BBE1-59F3A5BF7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실사용자 5명의 피드백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462143E1-EC93-464B-9991-E3C2886FD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2026.10.28 이용·응답. 개발 직무 준비생 5명, 팀원 제외·익명 활용 동의.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8ED858A3-AA8B-4E4A-90E7-2F727611D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C5D2CC4F-54B4-4877-A396-8BCF91420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10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EED100-1172-46B6-8C84-F8A34270381F}"/>
              </a:ext>
            </a:extLst>
          </p:cNvPr>
          <p:cNvGraphicFramePr/>
          <p:nvPr/>
        </p:nvGraphicFramePr>
        <p:xfrm>
          <a:off xmlns:a="http://schemas.openxmlformats.org/drawingml/2006/main" x="647700" y="2019300"/>
          <a:ext xmlns:a="http://schemas.openxmlformats.org/drawingml/2006/main" cx="10896600" cy="36480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876300"/>
                <a:gridCol w="2857500"/>
                <a:gridCol w="7162800"/>
              </a:tblGrid>
              <a:tr h="608013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가명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확인된 강점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의견 원문 발췌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</a:tr>
              <a:tr h="608013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T1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비교와 준비 우선순위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어떤 부분부터 우선순위를 두고 준비해야 할지 파악하기 쉬웠음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608013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T2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미기재 경험의 신중한 해석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신중하게 안내해 준다는 느낌을 받아 신뢰가 갔습니다.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8013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T3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참고 자료 연결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관련 자료로 바로 이동할 수 있어서 효율적으로 대처할 수 있었다.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608013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T4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공고 이미지 첨부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 시간을 확 줄여줘서 만족스럽습니다.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8013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T5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진입과 기능 구분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로그인 과정 없이 바로 사용할 수 있어서 접근성이 좋았어요.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25C49175-85E9-48D4-8E3B-5698871AE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24550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대상·날짜·동의는 프로젝트 담당자 확인입니다. 시간 절감은 체감 의견이며 정량 측정 결과가 아닙니다.</a:t>
            </a:r>
          </a:p>
        </p:txBody>
      </p:sp>
    </p:spTree>
    <p:extLst>
      <p:ext uri="{BB962C8B-B14F-4D97-AF65-F5344CB8AC3E}">
        <p14:creationId xmlns:p14="http://schemas.microsoft.com/office/powerpoint/2010/main" val="48156552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0">
            <a:extLst xmlns:a="http://schemas.openxmlformats.org/drawingml/2006/main">
              <a:ext uri="{FF2B5EF4-FFF2-40B4-BE49-F238E27FC236}">
                <a16:creationId xmlns:a16="http://schemas.microsoft.com/office/drawing/2014/main" id="{0AF05FD3-4C6E-4DC7-BF28-D4E08723A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피드백 이후의 검토 결과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BA9D041C-F94C-41D5-BADD-6AF25636C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긍정적 의견과 추가 개발 요청의 유무를 구분했습니다.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F373F420-93AB-4D51-ACDA-7043FBC83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528E72D2-6046-4500-AC61-EE646643D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5FBFE178-A150-4DEE-8BD8-C3C501EAA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76475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32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32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32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32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32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32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32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32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32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32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3225" b="1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피드백에 따른 기능 수정 없음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3ACA22B2-55B1-419E-8864-A24ED2F72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81375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다섯 의견 모두 긍정적이었고 별도의 수정 요청이 없어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현재 기능을 유지하기로 했습니다.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35E4DF3D-36B5-4354-A59C-057AC0990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0537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긍정적 의견은 기능 유지로 반영했습니다.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후속 bb1885e·4d0295b 수정은 별도 기술 시험에서 발견한 오류에 따른 작업입니다.</a:t>
            </a:r>
          </a:p>
        </p:txBody>
      </p:sp>
    </p:spTree>
    <p:extLst>
      <p:ext uri="{BB962C8B-B14F-4D97-AF65-F5344CB8AC3E}">
        <p14:creationId xmlns:p14="http://schemas.microsoft.com/office/powerpoint/2010/main" val="145397169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B2430F85-A1B4-41B7-9A47-36778460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역할 분담과 AI 윤리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8757ACED-D596-45EC-9870-626E66D92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커밋 증거와 각 팀원의 본인 기여 요약을 구분합니다.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FEE90736-08CD-491D-AE2C-7342CAF87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464C168F-3E5D-4A88-8E0A-5AE0B2669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12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AC70AE-2789-4F19-AF2E-17B643471212}"/>
              </a:ext>
            </a:extLst>
          </p:cNvPr>
          <p:cNvGraphicFramePr/>
          <p:nvPr/>
        </p:nvGraphicFramePr>
        <p:xfrm>
          <a:off xmlns:a="http://schemas.openxmlformats.org/drawingml/2006/main" x="647700" y="1990725"/>
          <a:ext xmlns:a="http://schemas.openxmlformats.org/drawingml/2006/main" cx="10896600" cy="2619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3714750"/>
                <a:gridCol w="3848100"/>
              </a:tblGrid>
              <a:tr h="654844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팀원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기존 역할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대표 코드 변경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T w="9525">
                      <a:solidFill>
                        <a:srgbClr val="D8E1EC"/>
                      </a:solidFill>
                      <a:prstDash val="solid"/>
                    </a:lnT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152B4B"/>
                    </a:solidFill>
                  </a:tcPr>
                </a:tc>
              </a:tr>
              <a:tr h="654844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손재형 / SonJH0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AI·Data, RAG·Agent·검증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7408e14 / 2789a88 / e101485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  <a:tr h="654844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손재윤 / sonjeyun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백엔드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f228f33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4844"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황준식 / kwork0828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8E1EC"/>
                      </a:solidFill>
                      <a:prstDash val="solid"/>
                    </a:lnL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프론트엔드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lIns="114300" tIns="114300" rIns="114300" bIns="1143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1725" b="0">
                          <a:solidFill>
                            <a:srgbClr val="152B4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aec3c4a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8E1EC"/>
                      </a:solidFill>
                      <a:prstDash val="solid"/>
                    </a:lnR>
                    <a:lnB w="9525">
                      <a:solidFill>
                        <a:srgbClr val="D8E1EC"/>
                      </a:solidFill>
                      <a:prstDash val="soli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5E503F51-285A-4AA3-80EF-DF92A31DE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05400"/>
            <a:ext cx="10858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AI 고지·화면 동의 차단·서버 미동의 403 응답 3회를 확인했습니다.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세 명의 기여 요약을 작성했고, 키 폐기·피드백 익명 처리는 담당자가 확인했습니다.</a:t>
            </a:r>
          </a:p>
        </p:txBody>
      </p:sp>
    </p:spTree>
    <p:extLst>
      <p:ext uri="{BB962C8B-B14F-4D97-AF65-F5344CB8AC3E}">
        <p14:creationId xmlns:p14="http://schemas.microsoft.com/office/powerpoint/2010/main" val="95990627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0">
            <a:extLst xmlns:a="http://schemas.openxmlformats.org/drawingml/2006/main">
              <a:ext uri="{FF2B5EF4-FFF2-40B4-BE49-F238E27FC236}">
                <a16:creationId xmlns:a16="http://schemas.microsoft.com/office/drawing/2014/main" id="{21587B7B-3792-41D4-BC9C-267721DAB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현재 한계와 제출 자료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DF027864-3B77-4292-8B5E-1E1035DCB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구현·검증 사실과 아직 확인하지 않은 항목을 함께 공개합니다.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937A2BCB-1BA1-41B9-B50E-7B3B32F76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48425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53647C"/>
                </a:solidFill>
                <a:latin typeface="Noto Sans KR"/>
                <a:ea typeface="Noto Sans KR"/>
                <a:cs typeface="Noto Sans KR"/>
              </a:rPr>
              <a:t>AI 취업 비서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5EB3765C-318B-4373-B43F-6CB6CCD6B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293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13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580E8BD9-6CF2-4614-A307-462D635EE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47875"/>
            <a:ext cx="1047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남은 확인·개선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48364AB7-C3C7-430F-9131-55FE3EC79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05100"/>
            <a:ext cx="1085850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공고 원문·모집 상태와 복잡한 조건은 직접 확인이 필요합니다.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무관한 출처·Markdown 원문·내부 처리 표시·민감 정보 질문은 개선점입니다.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초기 명세의 공고 추천 범위를 기준으로 구현·검증 결과를 정리했습니다.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52B4B"/>
                </a:solidFill>
                <a:latin typeface="Noto Sans KR"/>
                <a:ea typeface="Noto Sans KR"/>
                <a:cs typeface="Noto Sans KR"/>
              </a:rPr>
              <a:t>버전별 검증 범위를 구분하고 제출 링크·서비스 유지 상태를 최종 점검합니다.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2BC4DE05-78B2-4E5A-B3E8-1BEB93BC1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14975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서비스  https://ai-job-assistant-xewt.onrender.com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85AD6"/>
                </a:solidFill>
                <a:latin typeface="Noto Sans KR"/>
                <a:ea typeface="Noto Sans KR"/>
                <a:cs typeface="Noto Sans KR"/>
              </a:rPr>
              <a:t>자료 안내  https://github.com/SonJH0/aisupport/blob/main/docs/README.md</a:t>
            </a:r>
          </a:p>
        </p:txBody>
      </p:sp>
    </p:spTree>
    <p:extLst>
      <p:ext uri="{BB962C8B-B14F-4D97-AF65-F5344CB8AC3E}">
        <p14:creationId xmlns:p14="http://schemas.microsoft.com/office/powerpoint/2010/main" val="50059594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2026-10-29T03:31:52.7560000Z</dcterms:created>
  <dcterms:modified xsi:type="dcterms:W3CDTF">2026-10-29T03:31:52.7560000Z</dcterms:modified>
</coreProperties>
</file>